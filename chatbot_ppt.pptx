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FC2E-891B-941C-3252-3D60DDCFE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8611F2-C246-BA3D-B906-82F1B63E4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C6DAF-E0A6-3042-88D9-54297717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F188-C43D-39F1-0D31-5F7F35574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01E17-2203-BAFD-1A27-7B4682563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77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808E-24C5-7077-9C7C-7A7B38B52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95C8D-2678-589D-8117-3692362F5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741A-8BBD-B397-66F0-02DE5CEC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FB4F3-07F2-9618-AAE1-6025347F9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0797B-FD27-C97F-2F24-BDA7B740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85F2-8DB3-648B-CC58-D89D44A3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690C6B-D3BF-7BA5-600D-27836B2BC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2E54D-C493-C771-1EAD-E7BEE88A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82C5-6A14-B80F-7C1F-C5A6B3377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69D2-5A28-0271-AAFA-E5A10D73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83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A6AFC-A939-4348-F27D-3E9C1CCA0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B01E8-9A1A-4BDD-DEF4-1ED8DD7C9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E4754-1284-F652-D852-DE2F9DE68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FA48B-999B-DDA4-1220-9B2E5E9BD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242FC-AAD9-543D-E775-C41694CFC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0D571-2AD9-887C-3963-3E540AC6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99B19-9C86-9623-BC52-29775D6B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C8423-F046-F5B9-DEF8-64FE26985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9EF1A1-C434-C265-BD05-CA5EBA0DF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D398C3-AB0E-71A5-095A-3788AB7BF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497C3D-C636-0E18-BB37-F6E8E3BC6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03D8D9-888A-7A94-7E00-0E921B710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3153A-3F1B-DCAE-0FF2-69A460C5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039150-D751-8C2B-7FAC-814EF0912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8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624C6-C2C0-323B-831F-08F7BFA1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A5822-B89A-EA3F-F08F-C611C5E6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889BF-68F7-6371-A8D7-34AC02030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9007E9-C466-BC25-0477-995DF81A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0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C2C0A-8F06-0A9E-5ABB-5D12B5B5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62C6-E90E-81BD-DB8E-7A89A77A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FD876-E8B7-3547-27CD-E897F93DF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6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0996-FAA1-ADA4-F4A2-A0AA9027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BD58D-9BC3-686F-818D-75BBC5C98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087C2-BEFB-F7EC-0A36-022530E4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D7DF0-312E-7836-2EA7-6C9F48DB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42794-9762-3A0A-80CF-713B997B6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07AC5-1908-D167-1DD6-57DF69D6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06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AE8CB-ED92-225E-9117-136B0DBB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92F42-0869-A5E8-5809-57242D01C2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04DDA-5EC4-4EE5-41A3-DD01428BA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75C5B-DA08-FEB6-C38A-5F26F6AEE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F8DB3-A2FF-5877-083C-B5CD762C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18449-A4BF-CD46-1730-2FF86CF2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69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4E725-72A5-0BC1-A282-BA44CF4A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14874-F0B5-AD85-E20E-992042A4A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28D57-98EB-1D59-D041-F3098129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FF1B5-EF9E-2552-AAC4-7EFE0E4C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A578E-A1C0-A41D-6891-FE11AAE3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7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64D21-1FB0-04B0-8429-93564C905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BC616-C5AB-92B8-C31A-E21AD0724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8D56C-2EC8-1897-30CD-74FF1EA1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0B18-66ED-9D3D-98DF-93E4DACE9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51A5D-F4F4-FB70-F3AE-75B0A279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1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14272-4BED-BE75-BF52-9D1783343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0A65A-F265-1696-7041-B730D48AB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4736F-3668-BEF8-6743-32EE667344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0EDA4-74BA-44DD-A877-81FB1DB48011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427E0-72FA-DC16-FA43-01EB3E8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5AECE-DAD7-BFEB-7988-E31D16894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6EE6C-7FD2-4E6D-881D-753EA9A1A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31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C312-405A-BEE9-9864-459819B56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IN" sz="4000">
                <a:solidFill>
                  <a:schemeClr val="bg2"/>
                </a:solidFill>
              </a:rPr>
              <a:t>C.R.E.A.T.E</a:t>
            </a:r>
            <a:endParaRPr lang="en-US" sz="400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1AB74F-0249-33B6-4171-F08099A78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IN" sz="1800"/>
              <a:t>Chatbot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1036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5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C5537-4AE7-1014-1B61-12B303F00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6" y="1836763"/>
            <a:ext cx="9482667" cy="41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9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236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1E0937-4806-100B-349E-147B17CDA3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66" y="2056034"/>
            <a:ext cx="9000067" cy="380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0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595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2914</TotalTime>
  <Words>12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C.R.E.A.T.E</vt:lpstr>
      <vt:lpstr>PowerPoint Presentation</vt:lpstr>
      <vt:lpstr>PowerPoint Presentation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C.R.E.A.T.E</dc:title>
  <dc:creator>Dabhade, Anuja</dc:creator>
  <cp:lastModifiedBy>Dabhade, Anuja</cp:lastModifiedBy>
  <cp:revision>1</cp:revision>
  <dcterms:created xsi:type="dcterms:W3CDTF">2024-03-11T04:55:54Z</dcterms:created>
  <dcterms:modified xsi:type="dcterms:W3CDTF">2024-03-13T05:30:51Z</dcterms:modified>
</cp:coreProperties>
</file>